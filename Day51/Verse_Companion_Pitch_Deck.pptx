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3931920"/>
            <a:ext cx="4572000" cy="45720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VERSE COMPANION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writing companion for poets — real-time rhymes, word alternatives, and syllable counts, right where you write.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011680" cy="5486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Poets constantly break their creative flow to solve small mechanical problems.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788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word that rhymes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better word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343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line's syllable count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1554480"/>
            <a:ext cx="4297680" cy="3657600"/>
          </a:xfrm>
          <a:prstGeom prst="rect">
            <a:avLst>
              <a:gd name="adj" fmla="val 3000"/>
            </a:avLst>
          </a:prstGeom>
          <a:solidFill>
            <a:srgbClr val="ECE2D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8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workaround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1945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Tabbing out to separate rhyming-dictionary or thesaurus websites — breaking momentum entirely.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3832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writing tools are built for essays and marketing copy — not for the sound-based, structural needs of poetry.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Companion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011680" cy="5486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2606040" cy="3657600"/>
          </a:xfrm>
          <a:prstGeom prst="rect">
            <a:avLst>
              <a:gd name="adj" fmla="val 3509"/>
            </a:avLst>
          </a:prstGeom>
          <a:solidFill>
            <a:srgbClr val="ECE2D0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1488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230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 Poets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regularly in journals, on social media, or building personal collections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06040" cy="3657600"/>
          </a:xfrm>
          <a:prstGeom prst="rect">
            <a:avLst>
              <a:gd name="adj" fmla="val 3509"/>
            </a:avLst>
          </a:prstGeom>
          <a:solidFill>
            <a:srgbClr val="F7F1E8"/>
          </a:solidFill>
          <a:ln/>
        </p:spPr>
      </p:sp>
      <p:sp>
        <p:nvSpPr>
          <p:cNvPr id="10" name="Shape 8"/>
          <p:cNvSpPr/>
          <p:nvPr/>
        </p:nvSpPr>
        <p:spPr>
          <a:xfrm>
            <a:off x="4457700" y="21488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77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4747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or practicing poetry writing as part of coursework or self-study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606040" cy="3657600"/>
          </a:xfrm>
          <a:prstGeom prst="rect">
            <a:avLst>
              <a:gd name="adj" fmla="val 3509"/>
            </a:avLst>
          </a:prstGeom>
          <a:solidFill>
            <a:srgbClr val="ECE2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292340" y="21488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923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82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Word Poets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4747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poets who care deeply about rhythm, sound, and delivery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0" y="1828800"/>
            <a:ext cx="2606040" cy="3657600"/>
          </a:xfrm>
          <a:prstGeom prst="rect">
            <a:avLst>
              <a:gd name="adj" fmla="val 3509"/>
            </a:avLst>
          </a:prstGeom>
          <a:solidFill>
            <a:srgbClr val="F7F1E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980" y="21488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269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2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Wordplay Lovers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4747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enjoys language and wants light, non-intrusive writing help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Companion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011680" cy="5486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minimalist writing page that quietly helps as you write — never a chatbot, never a distraction.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6949440" cy="36576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83464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3A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quiet hush of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3A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evening settles in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3A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ink on paper...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2468880"/>
            <a:ext cx="3566160" cy="3657600"/>
          </a:xfrm>
          <a:prstGeom prst="rect">
            <a:avLst>
              <a:gd name="adj" fmla="val 2051"/>
            </a:avLst>
          </a:prstGeom>
          <a:solidFill>
            <a:srgbClr val="ECE2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2651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Rhymes for "in"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 •  chin  •  within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3840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4160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6   Line 2: 6   Line 3: 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Companion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(v1.0)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011680" cy="5486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156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190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Rhyme Suggestions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and near-rhyme suggestions for the last word of your current line, ranked and ready as you write.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56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706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Alternatives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363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word to instantly see synonym and alternative-word suggestions in the side panel.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56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221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Syllable Count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8795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shows its syllable count automatically — useful for form-conscious poets, without enforcing rules.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56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8737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Auto-Save, No Login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2395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Poems save automatically to your browser — no accounts, no friction, nothing to lose.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Companion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011680" cy="5486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5349240" cy="1417320"/>
          </a:xfrm>
          <a:prstGeom prst="rect">
            <a:avLst>
              <a:gd name="adj" fmla="val 5161"/>
            </a:avLst>
          </a:prstGeom>
          <a:solidFill>
            <a:srgbClr val="ECE2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6771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only, single-page app — fast to build, fast to load, no backend server needed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1417320"/>
          </a:xfrm>
          <a:prstGeom prst="rect">
            <a:avLst>
              <a:gd name="adj" fmla="val 5161"/>
            </a:avLst>
          </a:prstGeom>
          <a:solidFill>
            <a:srgbClr val="ECE2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Pronouncing Dictionary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6771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phonetic dataset — the foundation for both syllable counting and rhyme detection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349240" cy="1417320"/>
          </a:xfrm>
          <a:prstGeom prst="rect">
            <a:avLst>
              <a:gd name="adj" fmla="val 5161"/>
            </a:avLst>
          </a:prstGeom>
          <a:solidFill>
            <a:srgbClr val="ECE2D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4290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Rhyme Engine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2219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matching &amp; ranking logic layered on top of the phonetic data — perfect vs. near rhymes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291840"/>
            <a:ext cx="5349240" cy="1417320"/>
          </a:xfrm>
          <a:prstGeom prst="rect">
            <a:avLst>
              <a:gd name="adj" fmla="val 5161"/>
            </a:avLst>
          </a:prstGeom>
          <a:solidFill>
            <a:srgbClr val="ECE2D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4290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Synonym Dataset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82219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lexical dataset powering word/alternative suggestions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349240" cy="1417320"/>
          </a:xfrm>
          <a:prstGeom prst="rect">
            <a:avLst>
              <a:gd name="adj" fmla="val 5161"/>
            </a:avLst>
          </a:prstGeom>
          <a:solidFill>
            <a:srgbClr val="ECE2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9834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37667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Poems persist automatically on-device — private by default, zero backend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846320"/>
            <a:ext cx="5349240" cy="1417320"/>
          </a:xfrm>
          <a:prstGeom prst="rect">
            <a:avLst>
              <a:gd name="adj" fmla="val 5161"/>
            </a:avLst>
          </a:prstGeom>
          <a:solidFill>
            <a:srgbClr val="ECE2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9834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Static Hosting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7667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Netlify/Vercel/GitHub Pages — publicly accessible at no cost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Companion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011680" cy="5486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is intentionally narrow. Here's what comes next, once the core loop is validated: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06040" cy="3291840"/>
          </a:xfrm>
          <a:prstGeom prst="rect">
            <a:avLst>
              <a:gd name="adj" fmla="val 3509"/>
            </a:avLst>
          </a:prstGeom>
          <a:solidFill>
            <a:srgbClr val="6D2E46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2697480"/>
            <a:ext cx="594360" cy="5943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9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Cloud Sync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login system so poems follow you across devices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2606040" cy="3291840"/>
          </a:xfrm>
          <a:prstGeom prst="rect">
            <a:avLst>
              <a:gd name="adj" fmla="val 3509"/>
            </a:avLst>
          </a:prstGeom>
          <a:solidFill>
            <a:srgbClr val="6D2E46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697480"/>
            <a:ext cx="594360" cy="5943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69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Meter Checking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9776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sonnets, haikus, and iambic pentameter structurally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377440"/>
            <a:ext cx="2606040" cy="3291840"/>
          </a:xfrm>
          <a:prstGeom prst="rect">
            <a:avLst>
              <a:gd name="adj" fmla="val 3509"/>
            </a:avLst>
          </a:prstGeom>
          <a:solidFill>
            <a:srgbClr val="6D2E46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2697480"/>
            <a:ext cx="594360" cy="5943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9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Qualitative Feedback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9776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critique — what's working, what's weak, suggested revisions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2377440"/>
            <a:ext cx="2606040" cy="3291840"/>
          </a:xfrm>
          <a:prstGeom prst="rect">
            <a:avLst>
              <a:gd name="adj" fmla="val 3509"/>
            </a:avLst>
          </a:prstGeom>
          <a:solidFill>
            <a:srgbClr val="6D2E46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49840" y="2697480"/>
            <a:ext cx="594360" cy="5943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4984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69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Community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9776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poems, follow other poets, collaborate on pieces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Companion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2B1620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world where every poet has a quiet companion beside the page —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replacing the poet's voice, only helping it flow more freely.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Companion starts as a 10-day capstone — but the underlying idea, a writing tool that understands the craft it's supporting, extends far beyond poetry alone.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Companion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2026-08-30T07:40:26Z</dcterms:created>
  <dcterms:modified xsi:type="dcterms:W3CDTF">2026-08-30T07:40:26Z</dcterms:modified>
</cp:coreProperties>
</file>